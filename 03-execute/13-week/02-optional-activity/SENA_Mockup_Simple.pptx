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77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37" y="544749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277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</Words>
  <Application>Microsoft Office PowerPoint</Application>
  <PresentationFormat>Presentación en pantalla (16:9)</PresentationFormat>
  <Paragraphs>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Jhorma Pascuas</cp:lastModifiedBy>
  <cp:revision>2</cp:revision>
  <dcterms:created xsi:type="dcterms:W3CDTF">2026-05-23T14:44:18Z</dcterms:created>
  <dcterms:modified xsi:type="dcterms:W3CDTF">2026-05-23T15:10:50Z</dcterms:modified>
</cp:coreProperties>
</file>